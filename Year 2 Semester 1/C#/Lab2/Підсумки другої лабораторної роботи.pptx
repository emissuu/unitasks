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8" r:id="rId6"/>
    <p:sldId id="259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4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90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7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6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8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2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5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3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66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3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4B11F-DBF4-3AC1-33A7-3DDFC310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8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E7E4E-2962-9FE8-CC56-AB2D0108D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4183242" cy="27385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uk-UA" sz="4800" dirty="0"/>
              <a:t>Моделювання бази даних координації подій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D26D3CE-3D23-B475-70C8-141FE5AD1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321622"/>
            <a:ext cx="3816351" cy="941832"/>
          </a:xfrm>
        </p:spPr>
        <p:txBody>
          <a:bodyPr>
            <a:normAutofit/>
          </a:bodyPr>
          <a:lstStyle/>
          <a:p>
            <a:r>
              <a:rPr lang="uk-UA" dirty="0"/>
              <a:t>Виконував </a:t>
            </a:r>
            <a:r>
              <a:rPr lang="uk-UA" dirty="0" err="1"/>
              <a:t>Луцюк</a:t>
            </a:r>
            <a:r>
              <a:rPr lang="uk-UA" dirty="0"/>
              <a:t> Богдан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839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39221-B2C7-B4B9-DCC1-B4A2DD28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Завдання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FDA557-36D5-D18E-7885-F854E144D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Мені попалась тема «Культурний центр міста». Замовником бази даних був координатор подій, який організовував фестивалі, квитки й </a:t>
            </a:r>
            <a:r>
              <a:rPr lang="uk-UA"/>
              <a:t>учасників.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Основними проблемами замовника були:</a:t>
            </a:r>
          </a:p>
          <a:p>
            <a:r>
              <a:rPr lang="uk-UA" dirty="0"/>
              <a:t>Відсутність єдиної бази даних.</a:t>
            </a:r>
            <a:endParaRPr lang="en-US" dirty="0"/>
          </a:p>
          <a:p>
            <a:r>
              <a:rPr lang="uk-UA" dirty="0"/>
              <a:t>Постійний хаос в роботі команди.</a:t>
            </a:r>
          </a:p>
          <a:p>
            <a:r>
              <a:rPr lang="uk-UA" dirty="0"/>
              <a:t>Проблеми з партнерами, а саме узгодженням гучності та розміщенням зон.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7049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2A106-D2C1-BCAB-356B-97071A52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uk-UA" dirty="0"/>
              <a:t>Аналіз предметної області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D1C4A7-B95D-F464-36AC-87FE91D04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191" y="762001"/>
            <a:ext cx="6623729" cy="5812534"/>
          </a:xfrm>
        </p:spPr>
        <p:txBody>
          <a:bodyPr anchor="t">
            <a:normAutofit fontScale="85000" lnSpcReduction="10000"/>
          </a:bodyPr>
          <a:lstStyle/>
          <a:p>
            <a:r>
              <a:rPr lang="en-GB" dirty="0"/>
              <a:t>Event: *id, </a:t>
            </a:r>
            <a:r>
              <a:rPr lang="en-GB" dirty="0" err="1"/>
              <a:t>administrator_id</a:t>
            </a:r>
            <a:r>
              <a:rPr lang="en-GB" dirty="0"/>
              <a:t>, title, date, description.</a:t>
            </a:r>
          </a:p>
          <a:p>
            <a:r>
              <a:rPr lang="en-GB" dirty="0" err="1"/>
              <a:t>EventBlock</a:t>
            </a:r>
            <a:r>
              <a:rPr lang="en-GB" dirty="0"/>
              <a:t>: *id, </a:t>
            </a:r>
            <a:r>
              <a:rPr lang="en-GB" dirty="0" err="1"/>
              <a:t>team_id</a:t>
            </a:r>
            <a:r>
              <a:rPr lang="en-GB" dirty="0"/>
              <a:t>, </a:t>
            </a:r>
            <a:r>
              <a:rPr lang="en-GB" dirty="0" err="1"/>
              <a:t>zone_activation_id</a:t>
            </a:r>
            <a:r>
              <a:rPr lang="en-GB" dirty="0"/>
              <a:t>, name, type, </a:t>
            </a:r>
            <a:r>
              <a:rPr lang="en-GB" dirty="0" err="1"/>
              <a:t>starts_at</a:t>
            </a:r>
            <a:r>
              <a:rPr lang="en-GB" dirty="0"/>
              <a:t>, </a:t>
            </a:r>
            <a:r>
              <a:rPr lang="en-GB" dirty="0" err="1"/>
              <a:t>ends_at</a:t>
            </a:r>
            <a:r>
              <a:rPr lang="en-GB" dirty="0"/>
              <a:t>.</a:t>
            </a:r>
          </a:p>
          <a:p>
            <a:r>
              <a:rPr lang="en-GB" dirty="0"/>
              <a:t>Team: *id, name, </a:t>
            </a:r>
            <a:r>
              <a:rPr lang="en-GB" dirty="0" err="1"/>
              <a:t>contact_number</a:t>
            </a:r>
            <a:r>
              <a:rPr lang="en-GB" dirty="0"/>
              <a:t>, transport, </a:t>
            </a:r>
            <a:r>
              <a:rPr lang="en-GB" dirty="0" err="1"/>
              <a:t>arrives_at</a:t>
            </a:r>
            <a:r>
              <a:rPr lang="en-GB" dirty="0"/>
              <a:t>, </a:t>
            </a:r>
            <a:r>
              <a:rPr lang="en-GB" dirty="0" err="1"/>
              <a:t>hand_color</a:t>
            </a:r>
            <a:r>
              <a:rPr lang="en-GB" dirty="0"/>
              <a:t>, notes.</a:t>
            </a:r>
          </a:p>
          <a:p>
            <a:r>
              <a:rPr lang="en-GB" dirty="0"/>
              <a:t>TeamMember: *id, </a:t>
            </a:r>
            <a:r>
              <a:rPr lang="en-GB" dirty="0" err="1"/>
              <a:t>team_id</a:t>
            </a:r>
            <a:r>
              <a:rPr lang="en-GB" dirty="0"/>
              <a:t>, </a:t>
            </a:r>
            <a:r>
              <a:rPr lang="en-GB" dirty="0" err="1"/>
              <a:t>ticket_id</a:t>
            </a:r>
            <a:r>
              <a:rPr lang="en-GB" dirty="0"/>
              <a:t>, role.  </a:t>
            </a:r>
          </a:p>
          <a:p>
            <a:r>
              <a:rPr lang="en-GB" dirty="0"/>
              <a:t>Ticket: *id, </a:t>
            </a:r>
            <a:r>
              <a:rPr lang="en-GB" dirty="0" err="1"/>
              <a:t>event_id</a:t>
            </a:r>
            <a:r>
              <a:rPr lang="en-GB" dirty="0"/>
              <a:t>, </a:t>
            </a:r>
            <a:r>
              <a:rPr lang="en-GB" dirty="0" err="1"/>
              <a:t>qr_code</a:t>
            </a:r>
            <a:r>
              <a:rPr lang="en-GB" dirty="0"/>
              <a:t>, </a:t>
            </a:r>
            <a:r>
              <a:rPr lang="en-GB" dirty="0" err="1"/>
              <a:t>buyer_name</a:t>
            </a:r>
            <a:r>
              <a:rPr lang="en-GB" dirty="0"/>
              <a:t>, </a:t>
            </a:r>
            <a:r>
              <a:rPr lang="en-GB" dirty="0" err="1"/>
              <a:t>buyer_contact_number</a:t>
            </a:r>
            <a:r>
              <a:rPr lang="en-GB" dirty="0"/>
              <a:t>.  </a:t>
            </a:r>
          </a:p>
          <a:p>
            <a:r>
              <a:rPr lang="en-GB" dirty="0"/>
              <a:t>Administrator: *id, name, </a:t>
            </a:r>
            <a:r>
              <a:rPr lang="en-GB" dirty="0" err="1"/>
              <a:t>contact_number</a:t>
            </a:r>
            <a:r>
              <a:rPr lang="en-GB" dirty="0"/>
              <a:t>.  </a:t>
            </a:r>
          </a:p>
          <a:p>
            <a:r>
              <a:rPr lang="en-GB" dirty="0"/>
              <a:t>Partner: *id, name, </a:t>
            </a:r>
            <a:r>
              <a:rPr lang="en-GB" dirty="0" err="1"/>
              <a:t>contact_number</a:t>
            </a:r>
            <a:r>
              <a:rPr lang="en-GB" dirty="0"/>
              <a:t>, description.</a:t>
            </a:r>
          </a:p>
          <a:p>
            <a:r>
              <a:rPr lang="en-GB" dirty="0"/>
              <a:t>Zone: *id, name, type, location.</a:t>
            </a:r>
          </a:p>
          <a:p>
            <a:r>
              <a:rPr lang="en-GB" dirty="0" err="1"/>
              <a:t>ZoneActivation</a:t>
            </a:r>
            <a:r>
              <a:rPr lang="en-GB" dirty="0"/>
              <a:t>: *id, </a:t>
            </a:r>
            <a:r>
              <a:rPr lang="en-GB" dirty="0" err="1"/>
              <a:t>partner_id</a:t>
            </a:r>
            <a:r>
              <a:rPr lang="en-GB" dirty="0"/>
              <a:t>, </a:t>
            </a:r>
            <a:r>
              <a:rPr lang="en-GB" dirty="0" err="1"/>
              <a:t>zone_id</a:t>
            </a:r>
            <a:r>
              <a:rPr lang="en-GB" dirty="0"/>
              <a:t>, </a:t>
            </a:r>
            <a:r>
              <a:rPr lang="en-GB" dirty="0" err="1"/>
              <a:t>event_id</a:t>
            </a:r>
            <a:r>
              <a:rPr lang="en-GB" dirty="0"/>
              <a:t>, notes.</a:t>
            </a:r>
          </a:p>
          <a:p>
            <a:r>
              <a:rPr lang="en-GB" dirty="0"/>
              <a:t>Worker: *id, name, </a:t>
            </a:r>
            <a:r>
              <a:rPr lang="en-GB" dirty="0" err="1"/>
              <a:t>contact_number</a:t>
            </a:r>
            <a:r>
              <a:rPr lang="en-GB" dirty="0"/>
              <a:t>, role, salary.</a:t>
            </a:r>
          </a:p>
          <a:p>
            <a:r>
              <a:rPr lang="en-GB" dirty="0" err="1"/>
              <a:t>WorkerShift</a:t>
            </a:r>
            <a:r>
              <a:rPr lang="en-GB" dirty="0"/>
              <a:t>: *id, </a:t>
            </a:r>
            <a:r>
              <a:rPr lang="en-GB" dirty="0" err="1"/>
              <a:t>worker_id</a:t>
            </a:r>
            <a:r>
              <a:rPr lang="en-GB" dirty="0"/>
              <a:t>, </a:t>
            </a:r>
            <a:r>
              <a:rPr lang="en-GB" dirty="0" err="1"/>
              <a:t>zone_activation_id</a:t>
            </a:r>
            <a:r>
              <a:rPr lang="en-GB" dirty="0"/>
              <a:t>, </a:t>
            </a:r>
            <a:r>
              <a:rPr lang="en-GB" dirty="0" err="1"/>
              <a:t>starts_at</a:t>
            </a:r>
            <a:r>
              <a:rPr lang="en-GB" dirty="0"/>
              <a:t>, </a:t>
            </a:r>
            <a:r>
              <a:rPr lang="en-GB" dirty="0" err="1"/>
              <a:t>ends_at</a:t>
            </a:r>
            <a:r>
              <a:rPr lang="en-GB" dirty="0"/>
              <a:t>.</a:t>
            </a:r>
          </a:p>
          <a:p>
            <a:r>
              <a:rPr lang="en-GB" dirty="0"/>
              <a:t>Incident: *id, </a:t>
            </a:r>
            <a:r>
              <a:rPr lang="en-GB" dirty="0" err="1"/>
              <a:t>ticket_id</a:t>
            </a:r>
            <a:r>
              <a:rPr lang="en-GB" dirty="0"/>
              <a:t>, type, description, </a:t>
            </a:r>
            <a:r>
              <a:rPr lang="en-GB" dirty="0" err="1"/>
              <a:t>happened_at</a:t>
            </a:r>
            <a:r>
              <a:rPr lang="en-GB" dirty="0"/>
              <a:t>, </a:t>
            </a:r>
            <a:r>
              <a:rPr lang="en-GB" dirty="0" err="1"/>
              <a:t>is_resolved</a:t>
            </a:r>
            <a:r>
              <a:rPr lang="en-GB" dirty="0"/>
              <a:t>.</a:t>
            </a:r>
          </a:p>
          <a:p>
            <a:pPr>
              <a:lnSpc>
                <a:spcPct val="110000"/>
              </a:lnSpc>
            </a:pPr>
            <a:endParaRPr lang="uk-UA" sz="13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694E1F-471C-4340-BE4B-28F2BF7D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31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9D172-B9DE-FD0C-B6DC-5A0A19E2D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3677920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 err="1"/>
              <a:t>Схема</a:t>
            </a:r>
            <a:r>
              <a:rPr lang="en-US" sz="4400" dirty="0"/>
              <a:t> </a:t>
            </a:r>
            <a:r>
              <a:rPr lang="en-US" sz="4400" dirty="0" err="1"/>
              <a:t>бази</a:t>
            </a:r>
            <a:r>
              <a:rPr lang="en-US" sz="4400" dirty="0"/>
              <a:t> </a:t>
            </a:r>
            <a:r>
              <a:rPr lang="en-US" sz="4400" dirty="0" err="1"/>
              <a:t>даних</a:t>
            </a:r>
            <a:endParaRPr lang="en-US" sz="4400" dirty="0"/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Місце для вмісту 6" descr="Зображення, що містить текст, знімок екрана, схема, Паралель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B63ABB99-18D7-0F19-0BC4-7C4B07FE7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088" y="166763"/>
            <a:ext cx="5567680" cy="5939258"/>
          </a:xfrm>
        </p:spPr>
      </p:pic>
    </p:spTree>
    <p:extLst>
      <p:ext uri="{BB962C8B-B14F-4D97-AF65-F5344CB8AC3E}">
        <p14:creationId xmlns:p14="http://schemas.microsoft.com/office/powerpoint/2010/main" val="187332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BA75A-965C-1B85-CE91-1C687990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uk-UA"/>
              <a:t>Міграції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FD743F6-D779-7D39-AD76-B43C4680D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356616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Під кожну сутність було створено окрему міграцію.</a:t>
            </a:r>
          </a:p>
          <a:p>
            <a:pPr marL="0" indent="0">
              <a:buNone/>
            </a:pPr>
            <a:endParaRPr lang="uk-UA" dirty="0"/>
          </a:p>
        </p:txBody>
      </p:sp>
      <p:pic>
        <p:nvPicPr>
          <p:cNvPr id="5" name="Рисунок 4" descr="Зображення, що містить текст, знімок екрана, програмне забезпечення, число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31682EEE-F27B-80A8-C977-41BB158B3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2" y="1015761"/>
            <a:ext cx="7308900" cy="473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9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57CDB-2663-8D65-40F3-4A01DDDFF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LINQ </a:t>
            </a:r>
            <a:r>
              <a:rPr lang="uk-UA" dirty="0"/>
              <a:t>запити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19310A3-0A6D-DA1D-CAD1-7F0DD2E7F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Я написав 5 </a:t>
            </a:r>
            <a:r>
              <a:rPr lang="en-US" dirty="0"/>
              <a:t>LINQ </a:t>
            </a:r>
            <a:r>
              <a:rPr lang="uk-UA" dirty="0"/>
              <a:t>запитів з використанням методів:</a:t>
            </a:r>
          </a:p>
          <a:p>
            <a:r>
              <a:rPr lang="en-US" dirty="0"/>
              <a:t>Where</a:t>
            </a:r>
          </a:p>
          <a:p>
            <a:r>
              <a:rPr lang="en-US" dirty="0" err="1"/>
              <a:t>FirstOrDefault</a:t>
            </a:r>
            <a:endParaRPr lang="en-US" dirty="0"/>
          </a:p>
          <a:p>
            <a:r>
              <a:rPr lang="en-US" dirty="0"/>
              <a:t>Include</a:t>
            </a:r>
          </a:p>
          <a:p>
            <a:r>
              <a:rPr lang="en-US" dirty="0" err="1"/>
              <a:t>OrderBy</a:t>
            </a:r>
            <a:endParaRPr lang="en-US" dirty="0"/>
          </a:p>
          <a:p>
            <a:r>
              <a:rPr lang="en-US" dirty="0"/>
              <a:t>Average</a:t>
            </a:r>
            <a:endParaRPr lang="uk-UA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75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0E4A3-9181-C26F-4E1B-1EE9F7B4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7415AA-DBB0-F8B7-12B2-5853CA444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370048"/>
            <a:ext cx="8963915" cy="179278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7395FA-AEDD-6500-C1EF-E56AB9444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4448810"/>
            <a:ext cx="6259207" cy="115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6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96FFD-4DA2-D5A9-A4BB-0BD7D35B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FirstOrDefault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F7EA4F-6CEE-4947-2E9F-01307DD2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8" y="2286000"/>
            <a:ext cx="11033760" cy="146304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06391E-5F23-BB2A-0C8C-D4AE3B770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8" y="4110988"/>
            <a:ext cx="7731762" cy="69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4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A207B-4654-58A8-5626-ED999DC7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0FFE80-6E2C-49E5-D2F6-576F6158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217420"/>
            <a:ext cx="10734675" cy="21717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C42803-E38A-AEE1-0B8B-96AD77383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4455160"/>
            <a:ext cx="6512561" cy="231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2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67196-ADD5-7C6F-2518-71CC9156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OrderBy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EDE4D82-DBF0-F09D-E5DF-03B142906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8" y="2468880"/>
            <a:ext cx="10569521" cy="210311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18F6FB0-A0AE-2397-8B30-7EE0DEC44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721224"/>
            <a:ext cx="6550883" cy="153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38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EFB0E-934F-682E-8F62-DCB923DF3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	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8E1C6D-317E-892F-4ACE-5BCB42013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8" y="2468880"/>
            <a:ext cx="9540401" cy="181863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E8CD3F4-E324-5868-C30D-BD75CAFE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7" y="4655185"/>
            <a:ext cx="6167123" cy="69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17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326867-DC81-7AD6-EACC-6654F3A4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473198"/>
            <a:ext cx="7414029" cy="269686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Дякую за увагу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2C38-33D2-1944-B9C2-8965AFC61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869" y="4733523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07879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316</Words>
  <Application>Microsoft Office PowerPoint</Application>
  <PresentationFormat>Широкий екран</PresentationFormat>
  <Paragraphs>37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5" baseType="lpstr">
      <vt:lpstr>Arial</vt:lpstr>
      <vt:lpstr>Grandview Display</vt:lpstr>
      <vt:lpstr>DashVTI</vt:lpstr>
      <vt:lpstr>Моделювання бази даних координації подій</vt:lpstr>
      <vt:lpstr>Завдання</vt:lpstr>
      <vt:lpstr>Аналіз предметної області</vt:lpstr>
      <vt:lpstr>Схема бази даних</vt:lpstr>
      <vt:lpstr>Міграції</vt:lpstr>
      <vt:lpstr>LINQ запити</vt:lpstr>
      <vt:lpstr>Where</vt:lpstr>
      <vt:lpstr>FirstOrDefault</vt:lpstr>
      <vt:lpstr>Include</vt:lpstr>
      <vt:lpstr>OrderBy</vt:lpstr>
      <vt:lpstr>Average </vt:lpstr>
      <vt:lpstr>Дякую за увагу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Emisu _</dc:creator>
  <cp:lastModifiedBy>Emisu _</cp:lastModifiedBy>
  <cp:revision>7</cp:revision>
  <dcterms:created xsi:type="dcterms:W3CDTF">2025-11-17T01:04:59Z</dcterms:created>
  <dcterms:modified xsi:type="dcterms:W3CDTF">2025-11-20T21:35:23Z</dcterms:modified>
</cp:coreProperties>
</file>