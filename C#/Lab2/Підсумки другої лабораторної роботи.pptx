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34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940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908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79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62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784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21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5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835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76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0661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93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B4B11F-DBF4-3AC1-33A7-3DDFC31001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88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136311-C81B-47C5-AE0A-5641A5A59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4444" y="1066800"/>
            <a:ext cx="4682990" cy="4724400"/>
          </a:xfrm>
          <a:prstGeom prst="rect">
            <a:avLst/>
          </a:pr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E7E4E-2962-9FE8-CC56-AB2D0108D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818" y="1562101"/>
            <a:ext cx="3905203" cy="273853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uk-UA" sz="4800"/>
              <a:t>Підсумки другої лабораторної роботи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FD26D3CE-3D23-B475-70C8-141FE5AD1F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818" y="4321622"/>
            <a:ext cx="3816351" cy="941832"/>
          </a:xfrm>
        </p:spPr>
        <p:txBody>
          <a:bodyPr>
            <a:normAutofit/>
          </a:bodyPr>
          <a:lstStyle/>
          <a:p>
            <a:r>
              <a:rPr lang="uk-UA" dirty="0"/>
              <a:t>Виконував </a:t>
            </a:r>
            <a:r>
              <a:rPr lang="uk-UA" dirty="0" err="1"/>
              <a:t>Луцюк</a:t>
            </a:r>
            <a:r>
              <a:rPr lang="uk-UA" dirty="0"/>
              <a:t> Богдан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0800000" flipV="1">
            <a:off x="305077" y="1063752"/>
            <a:ext cx="0" cy="4727448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88395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339221-B2C7-B4B9-DCC1-B4A2DD28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Завдання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3FDA557-36D5-D18E-7885-F854E144D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uk-UA" dirty="0"/>
              <a:t>	Мені попалась тема «Культурний центр міста». Замовником бази даних був координатор подій, який організовував фестивалі, квитки й учасників.</a:t>
            </a:r>
          </a:p>
          <a:p>
            <a:pPr marL="0" indent="0">
              <a:buNone/>
            </a:pPr>
            <a:r>
              <a:rPr lang="uk-UA" dirty="0"/>
              <a:t>	Основними </a:t>
            </a:r>
            <a:r>
              <a:rPr lang="uk-UA"/>
              <a:t>проблемами замовника були 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270498121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</Words>
  <Application>Microsoft Office PowerPoint</Application>
  <PresentationFormat>Широкий екран</PresentationFormat>
  <Paragraphs>5</Paragraphs>
  <Slides>2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2</vt:i4>
      </vt:variant>
    </vt:vector>
  </HeadingPairs>
  <TitlesOfParts>
    <vt:vector size="5" baseType="lpstr">
      <vt:lpstr>Arial</vt:lpstr>
      <vt:lpstr>Grandview Display</vt:lpstr>
      <vt:lpstr>DashVTI</vt:lpstr>
      <vt:lpstr>Підсумки другої лабораторної роботи</vt:lpstr>
      <vt:lpstr>Завдання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Emisu _</dc:creator>
  <cp:lastModifiedBy>Emisu _</cp:lastModifiedBy>
  <cp:revision>2</cp:revision>
  <dcterms:created xsi:type="dcterms:W3CDTF">2025-11-17T01:04:59Z</dcterms:created>
  <dcterms:modified xsi:type="dcterms:W3CDTF">2025-11-17T01:12:02Z</dcterms:modified>
</cp:coreProperties>
</file>